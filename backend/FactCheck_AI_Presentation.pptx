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2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B5BFF"/>
          </a:solidFill>
          <a:ln w="12700">
            <a:solidFill>
              <a:srgbClr val="5B5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FactCheck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5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Real-Time Fact-Checking Browser Extension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3200400" cy="36576"/>
          </a:xfrm>
          <a:prstGeom prst="rect">
            <a:avLst/>
          </a:prstGeom>
          <a:solidFill>
            <a:srgbClr val="30364A"/>
          </a:solidFill>
          <a:ln w="12700">
            <a:solidFill>
              <a:srgbClr val="303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Devansh Sharma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Dhairya Prabhakar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(IoT &amp; IS) — 6th Sem  |  PBL-4 (IIS3270)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914400"/>
            <a:ext cx="201168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0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FactCheck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8120" y="1572768"/>
            <a:ext cx="36576" cy="438912"/>
          </a:xfrm>
          <a:prstGeom prst="rect">
            <a:avLst/>
          </a:prstGeom>
          <a:solidFill>
            <a:srgbClr val="8888BB"/>
          </a:solidFill>
          <a:ln w="12700">
            <a:solidFill>
              <a:srgbClr val="8888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858000" y="2011680"/>
            <a:ext cx="201168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5B5B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ML Model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2670048"/>
            <a:ext cx="36576" cy="438912"/>
          </a:xfrm>
          <a:prstGeom prst="rect">
            <a:avLst/>
          </a:prstGeom>
          <a:solidFill>
            <a:srgbClr val="8888BB"/>
          </a:solidFill>
          <a:ln w="12700">
            <a:solidFill>
              <a:srgbClr val="8888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58000" y="3108960"/>
            <a:ext cx="201168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0" y="3108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Context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Mr. G.L. Saini, Asst. Prof. | Dept. of IoT &amp; IS, MUJ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64008" cy="1508760"/>
          </a:xfrm>
          <a:prstGeom prst="rect">
            <a:avLst/>
          </a:prstGeom>
          <a:solidFill>
            <a:srgbClr val="5B5BFF"/>
          </a:solidFill>
          <a:ln w="12700">
            <a:solidFill>
              <a:srgbClr val="5B5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Misinformation Surge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spreads 6× faster than true news on social media. Users lack tools to verify claims in real time.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97280"/>
            <a:ext cx="40233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64008" cy="1508760"/>
          </a:xfrm>
          <a:prstGeom prst="rect">
            <a:avLst/>
          </a:prstGeom>
          <a:solidFill>
            <a:srgbClr val="5B5BFF"/>
          </a:solidFill>
          <a:ln w="12700">
            <a:solidFill>
              <a:srgbClr val="5B5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834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Manual Fact-Checking is Slow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require users to leave the page, visit external sites, and search manually.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64008" cy="1508760"/>
          </a:xfrm>
          <a:prstGeom prst="rect">
            <a:avLst/>
          </a:prstGeom>
          <a:solidFill>
            <a:srgbClr val="5B5BFF"/>
          </a:solidFill>
          <a:ln w="12700">
            <a:solidFill>
              <a:srgbClr val="5B5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Models Miss Known Facts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ML models fail on well-documented claims already verified by journalists.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788920"/>
            <a:ext cx="40233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0600" y="2788920"/>
            <a:ext cx="64008" cy="1508760"/>
          </a:xfrm>
          <a:prstGeom prst="rect">
            <a:avLst/>
          </a:prstGeom>
          <a:solidFill>
            <a:srgbClr val="5B5BFF"/>
          </a:solidFill>
          <a:ln w="12700">
            <a:solidFill>
              <a:srgbClr val="5B5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8348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Screenshot Misinformation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246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of false text evade text-based detection. OCR integration is rarely implemented.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288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" y="1325880"/>
            <a:ext cx="150876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7C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37160" y="13258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Headline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0" y="1600200"/>
            <a:ext cx="502920" cy="0"/>
          </a:xfrm>
          <a:prstGeom prst="line">
            <a:avLst/>
          </a:prstGeom>
          <a:noFill/>
          <a:ln w="19050">
            <a:solidFill>
              <a:srgbClr val="30364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37160" y="2075688"/>
            <a:ext cx="150876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7160" y="207568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(OCR)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0" y="2350008"/>
            <a:ext cx="502920" cy="0"/>
          </a:xfrm>
          <a:prstGeom prst="line">
            <a:avLst/>
          </a:prstGeom>
          <a:noFill/>
          <a:ln w="19050">
            <a:solidFill>
              <a:srgbClr val="30364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37160" y="2825496"/>
            <a:ext cx="150876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7C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7160" y="2825496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Select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45920" y="3099816"/>
            <a:ext cx="502920" cy="0"/>
          </a:xfrm>
          <a:prstGeom prst="line">
            <a:avLst/>
          </a:prstGeom>
          <a:noFill/>
          <a:ln w="19050">
            <a:solidFill>
              <a:srgbClr val="30364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148840" y="914400"/>
            <a:ext cx="5029200" cy="3749040"/>
          </a:xfrm>
          <a:prstGeom prst="rect">
            <a:avLst/>
          </a:prstGeom>
          <a:solidFill>
            <a:srgbClr val="161B22"/>
          </a:solidFill>
          <a:ln w="19050">
            <a:solidFill>
              <a:srgbClr val="5B5B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148840" y="9326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ORCHESTRATOR  (background.js)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0" y="1417320"/>
            <a:ext cx="3657600" cy="777240"/>
          </a:xfrm>
          <a:prstGeom prst="rect">
            <a:avLst/>
          </a:prstGeom>
          <a:solidFill>
            <a:srgbClr val="0D1117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304288" y="155448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30428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FactCheck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17647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100+ verified fact-checkers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Relevance filter (40% keyword match)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80760" y="1463040"/>
            <a:ext cx="914400" cy="594360"/>
          </a:xfrm>
          <a:prstGeom prst="rect">
            <a:avLst/>
          </a:prstGeom>
          <a:solidFill>
            <a:srgbClr val="30364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80760" y="14630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FOUND?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0" y="2194560"/>
            <a:ext cx="0" cy="246888"/>
          </a:xfrm>
          <a:prstGeom prst="line">
            <a:avLst/>
          </a:prstGeom>
          <a:noFill/>
          <a:ln w="19050">
            <a:solidFill>
              <a:srgbClr val="303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080760" y="2075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0" y="2441448"/>
            <a:ext cx="3657600" cy="777240"/>
          </a:xfrm>
          <a:prstGeom prst="rect">
            <a:avLst/>
          </a:prstGeom>
          <a:solidFill>
            <a:srgbClr val="0D1117"/>
          </a:solidFill>
          <a:ln w="25400">
            <a:solidFill>
              <a:srgbClr val="5B5B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304288" y="2578608"/>
            <a:ext cx="365760" cy="365760"/>
          </a:xfrm>
          <a:prstGeom prst="ellipse">
            <a:avLst/>
          </a:prstGeom>
          <a:solidFill>
            <a:srgbClr val="5B5BFF"/>
          </a:solidFill>
          <a:ln w="12700">
            <a:solidFill>
              <a:srgbClr val="5B5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304288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ML 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LIAR dataset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/ False / Mixed / Uncertain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80760" y="2487168"/>
            <a:ext cx="914400" cy="594360"/>
          </a:xfrm>
          <a:prstGeom prst="rect">
            <a:avLst/>
          </a:prstGeom>
          <a:solidFill>
            <a:srgbClr val="30364A"/>
          </a:solidFill>
          <a:ln w="12700">
            <a:solidFill>
              <a:srgbClr val="5B5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080760" y="248716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UP?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0" y="3218688"/>
            <a:ext cx="0" cy="246888"/>
          </a:xfrm>
          <a:prstGeom prst="line">
            <a:avLst/>
          </a:prstGeom>
          <a:noFill/>
          <a:ln w="19050">
            <a:solidFill>
              <a:srgbClr val="303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080760" y="3099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0" y="3465576"/>
            <a:ext cx="3657600" cy="777240"/>
          </a:xfrm>
          <a:prstGeom prst="rect">
            <a:avLst/>
          </a:prstGeom>
          <a:solidFill>
            <a:srgbClr val="0D1117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304288" y="3602736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304288" y="3602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0" y="35112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API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0" y="38130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context as last resort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verdict — context only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49808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52360" y="132588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452360" y="13258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True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52360" y="192024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452360" y="192024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False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52360" y="251460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452360" y="251460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Mixed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52360" y="310896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8888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452360" y="31089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Uncertain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52360" y="370332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452360" y="370332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Context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178040" y="2468880"/>
            <a:ext cx="274320" cy="0"/>
          </a:xfrm>
          <a:prstGeom prst="line">
            <a:avLst/>
          </a:prstGeom>
          <a:noFill/>
          <a:ln w="25400">
            <a:solidFill>
              <a:srgbClr val="5B5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9748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457200"/>
          </a:xfrm>
          <a:prstGeom prst="rect">
            <a:avLst/>
          </a:prstGeom>
          <a:solidFill>
            <a:srgbClr val="5B5BFF"/>
          </a:solidFill>
          <a:ln w="12700">
            <a:solidFill>
              <a:srgbClr val="5B5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 (Chrome)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25856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background.js service worker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91693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 (OCR)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5753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script + context menu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9748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69748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46120" y="1005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600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25856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(roberta-base)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91693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5753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inference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9748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97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26480" y="1005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600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FactCheck Tools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25856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IFCN fact-checkers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91693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opensearch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35753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tier required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8640" y="49194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5176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651760" y="49194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754880" y="49194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Sources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58000" y="49194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— RoBERTa on LIAR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84048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19050">
            <a:solidFill>
              <a:srgbClr val="E8E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Claim (text)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938528"/>
            <a:ext cx="0" cy="146304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19050">
            <a:solidFill>
              <a:srgbClr val="7C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(max_length=64)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2560320"/>
            <a:ext cx="0" cy="146304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48640" y="2706624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19050">
            <a:solidFill>
              <a:srgbClr val="5B5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70662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Encoder (12 layers)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3182112"/>
            <a:ext cx="0" cy="146304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19050">
            <a:solidFill>
              <a:srgbClr val="7C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32841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3803904"/>
            <a:ext cx="0" cy="146304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48640" y="3950208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9502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[False, Mixed, True]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20624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0" y="10241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1417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Model:  </a:t>
            </a:r>
            <a:r>
              <a:rPr lang="en-US" sz="11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1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LIAR (~3,000 samples)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 </a:t>
            </a:r>
            <a:r>
              <a:rPr lang="en-US" sz="11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|  Batch Size: 16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Length:  </a:t>
            </a:r>
            <a:r>
              <a:rPr lang="en-US" sz="11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tokens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Env:  </a:t>
            </a:r>
            <a:r>
              <a:rPr lang="en-US" sz="11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GPU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926080"/>
            <a:ext cx="42062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0" y="29443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Simplification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3337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pants-fire, false</a:t>
            </a: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37764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barely-true, half-true, mostly-true</a:t>
            </a: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42153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97480" cy="3840480"/>
          </a:xfrm>
          <a:prstGeom prst="rect">
            <a:avLst/>
          </a:prstGeom>
          <a:solidFill>
            <a:srgbClr val="161B22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report/screensho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75" y="1005840"/>
            <a:ext cx="2325251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22452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False — COVID vaccines &amp; microchips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50799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FactCheck.org via Google API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46120" y="914400"/>
            <a:ext cx="2697480" cy="3840480"/>
          </a:xfrm>
          <a:prstGeom prst="rect">
            <a:avLst/>
          </a:prstGeom>
          <a:solidFill>
            <a:srgbClr val="161B22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report/screensho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399" y="1005840"/>
            <a:ext cx="2278923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46120" y="422452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— Elon Musk / Tesla CEO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246120" y="450799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Snopes via Google API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126480" y="914400"/>
            <a:ext cx="2697480" cy="3840480"/>
          </a:xfrm>
          <a:prstGeom prst="rect">
            <a:avLst/>
          </a:prstGeom>
          <a:solidFill>
            <a:srgbClr val="161B22"/>
          </a:solidFill>
          <a:ln w="19050">
            <a:solidFill>
              <a:srgbClr val="5B5B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report/screensho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149" y="1005840"/>
            <a:ext cx="2500142" cy="3200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422452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True (54%) — MUJ #1 University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6126480" y="450799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RoBERTa ML Model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1691640"/>
          </a:xfrm>
          <a:prstGeom prst="rect">
            <a:avLst/>
          </a:prstGeom>
          <a:solidFill>
            <a:srgbClr val="161B22"/>
          </a:solidFill>
          <a:ln w="19050">
            <a:solidFill>
              <a:srgbClr val="5B5B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5B5BFF"/>
          </a:solidFill>
          <a:ln w="12700">
            <a:solidFill>
              <a:srgbClr val="5B5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 instead of pure ML?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146304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accuracy is ~44% — insufficient as sole verifier. Google API handles known claims with near-perfect accuracy. ML only activates for unseen claims.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1691640"/>
          </a:xfrm>
          <a:prstGeom prst="rect">
            <a:avLst/>
          </a:prstGeom>
          <a:solidFill>
            <a:srgbClr val="161B22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2336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local server instead of cloud API?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18888" y="146304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privacy — no claim data leaves the machine. Also avoids latency and cost of cloud inference. PyInstaller can package it as a one-click .exe.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4023360" cy="169164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0233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relevance filtering on Google results?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333756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API returns loosely-matched results. Without the 40% keyword filter, unrelated fact-checks (like CIA/SEAL Team stories for 'Osama is dead') were shown as verdicts.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880360"/>
            <a:ext cx="4023360" cy="1691640"/>
          </a:xfrm>
          <a:prstGeom prst="rect">
            <a:avLst/>
          </a:prstGeom>
          <a:solidFill>
            <a:srgbClr val="161B22"/>
          </a:solidFill>
          <a:ln w="19050">
            <a:solidFill>
              <a:srgbClr val="7C7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023360" cy="411480"/>
          </a:xfrm>
          <a:prstGeom prst="rect">
            <a:avLst/>
          </a:prstGeom>
          <a:solidFill>
            <a:srgbClr val="7C7CFF"/>
          </a:solidFill>
          <a:ln w="12700">
            <a:solidFill>
              <a:srgbClr val="7C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0600" y="2880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Wikipedia last, not second?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18888" y="333756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gives context, not verdicts. Showing 'Context Found' before an ML prediction would confuse users who expect a True/False result.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B5BFF"/>
          </a:solidFill>
          <a:ln w="12700">
            <a:solidFill>
              <a:srgbClr val="5B5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We Built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Chrome extension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939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hybrid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963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API + 100+ fact-checkers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986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fallback classifier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009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via Tesseract.js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+ floating badge UI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056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filtering layer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143000"/>
            <a:ext cx="393192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691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larger / combined dataset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0939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ClaimBuster pre-filter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4963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(XLM-R)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8986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backend as .exe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3009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model for in-browser inference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703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&amp; continuous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686</Words>
  <Application>Microsoft Office PowerPoint</Application>
  <PresentationFormat>On-screen Show (16:9)</PresentationFormat>
  <Paragraphs>129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FactCheck AI</dc:title>
  <dc:subject>PptxGenJS Presentation</dc:subject>
  <dc:creator>PptxGenJS</dc:creator>
  <cp:lastModifiedBy>[BTECH-031-2023-24] DEVANSH SHARMA</cp:lastModifiedBy>
  <cp:revision>2</cp:revision>
  <dcterms:created xsi:type="dcterms:W3CDTF">2026-04-09T03:51:17Z</dcterms:created>
  <dcterms:modified xsi:type="dcterms:W3CDTF">2026-04-09T11:02:19Z</dcterms:modified>
</cp:coreProperties>
</file>